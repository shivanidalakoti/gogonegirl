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7A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3D3A"/>
          </a:solidFill>
          <a:ln>
            <a:solidFill>
              <a:srgbClr val="1F3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Gone Girl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>
                <a:solidFill>
                  <a:srgbClr val="FF8C42"/>
                </a:solidFill>
              </a:defRPr>
            </a:pPr>
            <a:r>
              <a:t>India's Women-First Travel Platform</a:t>
            </a:r>
          </a:p>
          <a:p>
            <a:pPr algn="ctr">
              <a:spcBef>
                <a:spcPts val="2000"/>
              </a:spcBef>
              <a:defRPr sz="2000">
                <a:solidFill>
                  <a:srgbClr val="FFFFFF"/>
                </a:solidFill>
              </a:defRPr>
            </a:pPr>
            <a:r>
              <a:t>₹15 Crore Seed Round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🚀 Women spend ₹8,500 Cr annually on travel in India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📱 52%+ of travelers have ZERO platforms built for them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💭 They want: Safety, Community, Trust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🎯 Platforms offer: Price, Logistics, Transactions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⚠️  76% of solo women cite safety as #1 priority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669280"/>
            <a:ext cx="7315200" cy="822960"/>
          </a:xfrm>
          <a:prstGeom prst="roundRect">
            <a:avLst/>
          </a:prstGeom>
          <a:solidFill>
            <a:srgbClr val="FF8C42"/>
          </a:solidFill>
          <a:ln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760720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Market gap: Real demand, zero 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📈 67% YoY growth in women solo travelers (2022-2023)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💰 68% would pay premium for women-verified communities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👥 2M+ members in India women's travel Facebook groups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💵 ₹0 venture funding in women-focused travel startups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⏰ Perfect timing: Post-COVID + Digital-ready + No competition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669280"/>
            <a:ext cx="7315200" cy="822960"/>
          </a:xfrm>
          <a:prstGeom prst="roundRect">
            <a:avLst/>
          </a:prstGeom>
          <a:solidFill>
            <a:srgbClr val="FF8C42"/>
          </a:solidFill>
          <a:ln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760720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Massive demand. Zero competition. NOW.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One Trip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📍 Delhi → Goa | 15 Women | 3 Days / 4 Nights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Per Person Breakdown: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Flight: ₹4,000 | Hotel: ₹20,000 | Meals: ₹3,000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Activities: ₹4,000 | Misc: ₹1,000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💰 TOTAL: ₹32,000 per person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What Gone Girl Charges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📋 Customer Cost: ₹32,000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✨ Our Markup: ₹3,500 (11% for curation + community + safety)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💳 Customer Pays: ₹35,500 per person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✅ We Provide: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• Verified group safety | Trip curation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• Community experience | 24/7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Platform Revenue Per Trip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👥 Group of 15 Women: ₹5,32,500 total booking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💰 Platform Commission: 18% = ₹95,850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Less: Payment fees (2%): -₹1,929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Less: Customer support (5%): -₹2,664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Less: Trip ops (8%): -₹4,268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📊 NET PROFIT: ₹86,000 per trip (86% margin)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How We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🌍 6 Major Cities × Realistic Growth = 600 trips/year by Year 3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Year 1: 30 trips (~2-3/month)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Year 2: 150 trips (~12-13/month)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Year 3: 600 trips (~50/month = 8-10/week per city)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✓ G Adventures &amp; Intrepid already operate at this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669280"/>
            <a:ext cx="7315200" cy="822960"/>
          </a:xfrm>
          <a:prstGeom prst="roundRect">
            <a:avLst/>
          </a:prstGeom>
          <a:solidFill>
            <a:srgbClr val="FF8C42"/>
          </a:solidFill>
          <a:ln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760720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Achievable. Proven. Realistic.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Unit Economics (Realistic)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603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90:1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7A78"/>
                </a:solidFill>
              </a:defRPr>
            </a:pPr>
            <a:r>
              <a:t>LTV:CAC Ratio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371600"/>
            <a:ext cx="25603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6459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₹1,000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651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7A78"/>
                </a:solidFill>
              </a:defRPr>
            </a:pPr>
            <a:r>
              <a:t>Customer Acquisition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371600"/>
            <a:ext cx="25603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6459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₹90K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651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7A78"/>
                </a:solidFill>
              </a:defRPr>
            </a:pPr>
            <a:r>
              <a:t>Lifetime Value (3-year)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Why 90:1 LTV:CAC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📊 Repeat Rate (Realistic):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Year 1: 100% (customer's first trip)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Year 2: 20% repeat rate (trying us)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Year 3: 30% repeat rate (community lock-in)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💡 Blended Repeat: 3 years × 1-1.3 trips avg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3-Year LTV = ₹90,000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LTV:CAC = 90:1 ✅ (Still world-class)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Target Audience -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👩‍💼 Metro Professionals: 8M women, ₹8-15L income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💼 Tier 1 Working Women: 15M women, ₹5-10L income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🎯 Tier 2 Aspirational: 25M women, ₹3-7L income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📊 Primary TAM: 48M+ women in India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💰 Average trip budget: ₹35K per person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Market Opportunity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603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₹27,300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7A78"/>
                </a:solidFill>
              </a:defRPr>
            </a:pPr>
            <a:r>
              <a:t>Total Women's Travel Market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371600"/>
            <a:ext cx="25603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6459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₹8,500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651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7A78"/>
                </a:solidFill>
              </a:defRPr>
            </a:pPr>
            <a:r>
              <a:t>Premium Segment (31%)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371600"/>
            <a:ext cx="25603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6459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₹1,530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651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7A78"/>
                </a:solidFill>
              </a:defRPr>
            </a:pPr>
            <a:r>
              <a:t>Platform TAM (18% commission)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Revenue Streams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💰 PRIMARY (85-90% of revenue):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• 18% commission on trip bookings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• Domestic India trips: ₹32-40K per person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✨ SECONDARY (10-15% of revenue):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• Premium features | Brand partnerships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• Travel insurance co-marketing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• Corporate team-building packages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Financial Projections (Realistic)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📈 YEAR 1: 30 trips | ₹5.2 Cr GMV | ₹15 L revenue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📈 YEAR 2: 150 trips | ₹32 Cr GMV | ₹7.5 Cr revenue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📈 YEAR 3: 600 trips | ₹128 Cr GMV | ₹20.5 Cr revenue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📊 Growth Rate: 6.5x by Year 3 (Still excellent)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669280"/>
            <a:ext cx="7315200" cy="822960"/>
          </a:xfrm>
          <a:prstGeom prst="roundRect">
            <a:avLst/>
          </a:prstGeom>
          <a:solidFill>
            <a:srgbClr val="FF8C42"/>
          </a:solidFill>
          <a:ln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760720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Conservative. Achievable. Honest.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Path to Profitability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Year 1: Burn ₹2.5 Cr (founding &amp; setup)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Year 2: 🎯 BREAKEVEN to ₹2 Cr+ EBITDA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Year 3: ₹12+ Cr EBITDA (50%+ margin)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🔑 Total burn through profitability: ₹2.5 Cr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✓ Well within ₹15 Cr seed budget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Go-to-Market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🎬 PHASE 1 (Months 1-6): Founder-Led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• Content (Substack, Instagram, YouTube)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• Community partnerships (Lean In India, Women in Tech)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🚀 PHASE 2 (Months 6-12): Product-Led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• Paid social (Facebook/Instagram ads)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• Influencer seeding | Referral program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🔍 Direct Competitors (Women-Focused Travel):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• Wanderlusters: Slack group, not productized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• Women Who Wander: Community only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• She Treks: Limited tours, offline-first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✅ Status: No venture-backed competitors exist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⏱️  18-24 month competitive window to build moat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669280"/>
            <a:ext cx="7315200" cy="822960"/>
          </a:xfrm>
          <a:prstGeom prst="roundRect">
            <a:avLst/>
          </a:prstGeom>
          <a:solidFill>
            <a:srgbClr val="FF8C42"/>
          </a:solidFill>
          <a:ln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760720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ZERO competition. We're first mover.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Founding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👩‍💼 SHIVANI DALAKOTI - Founder &amp; CEO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Travel entrepreneur. Built MVP end-to-end.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Proven execution in India market context.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👩‍💼 AANSHI CHAUHAN - Co-Founder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Adventure enthusiast. Deep India traveler network.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Community builder. Tested the platform herself.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Why Now? Market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📈 Post-COVID Boom: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• Women solo travel +67% YoY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• Domestic travel +20% CAGR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📱 Digital Ready: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• Mobile payments 85%+ adoption in Tier 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• UPI: ₹550+ Cr daily transactions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• 68% book travel online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669280"/>
            <a:ext cx="7315200" cy="822960"/>
          </a:xfrm>
          <a:prstGeom prst="roundRect">
            <a:avLst/>
          </a:prstGeom>
          <a:solidFill>
            <a:srgbClr val="FF8C42"/>
          </a:solidFill>
          <a:ln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760720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Perfect convergence of trends.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Use of Funds: ₹15 Crore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🎯 Growth &amp; Marketing: ₹7 Cr (47%)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👥 Team &amp; Operations: ₹4 Cr (27%)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⚙️  Technology &amp; Infra: ₹2 Cr (13%)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🏨 Trip Curation: ₹1 Cr (7%)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🛡️  Contingency: ₹1 Cr (7%)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⏱️  18-month runway to ₹7.5+ Cr GMV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Series A (Month 18)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📊 Metrics We'll Have: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• 75K-100K active users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• ₹7.5+ Cr annual GMV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• ₹1.3 Cr/month revenue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• 40% repeat booking rate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💰 Series A: ₹75-100 Cr valuation | ₹30-40 Cr raise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5-Year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📈 Year 1: 30 trips | ₹0.15 Cr revenue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📈 Year 2: 150 trips | ₹7.5 Cr revenue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📈 Year 3: 600 trips | ₹20.5 Cr revenue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📈 Year 4: 1,200 trips | ₹41 Cr revenue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📈 Year 5: 2,000+ trips | ₹60+ Cr revenue (with ASEAN)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🎯 ASEAN expansion starting Year 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Exit Scenarios (Year 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603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₹300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7A78"/>
                </a:solidFill>
              </a:defRPr>
            </a:pPr>
            <a:r>
              <a:t>Conservative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371600"/>
            <a:ext cx="25603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6459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₹400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651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7A78"/>
                </a:solidFill>
              </a:defRPr>
            </a:pPr>
            <a:r>
              <a:t>Moderate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371600"/>
            <a:ext cx="25603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6459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₹500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651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7A78"/>
                </a:solidFill>
              </a:defRPr>
            </a:pPr>
            <a:r>
              <a:t>Aggressive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Why We'll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🌐 Network Effects: More women → more trips → community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🔒 Trust Moat: Can't be copied by price-optimizers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💎 Unit Economics: 90:1 LTV:CAC (world-class)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🚀 Founder Execution: Built MVP from zero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⏰ Market Timing: Perfect convergence of trends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✨ All five working together = Defensible business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MVP: 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✅ Core Product (Production-Ready):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• 8-page React app | 4 curated trips live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• Multi-step booking flow | Admin dashboard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✅ India-Optimized: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• Razorpay + UPI payments | Real testimonials (video)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   • Safety-first design | 16 real community photos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D3A"/>
                </a:solidFill>
              </a:defRPr>
            </a:pPr>
            <a:r>
              <a:t>🎯 NOT A MOCKUP. LIVE AND WORKING.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7A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3D3A"/>
          </a:solidFill>
          <a:ln>
            <a:solidFill>
              <a:srgbClr val="1F3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The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>
                <a:solidFill>
                  <a:srgbClr val="FF8C42"/>
                </a:solidFill>
              </a:defRPr>
            </a:pPr>
            <a:r>
              <a:t>₹15 Crore Seed Round</a:t>
            </a:r>
          </a:p>
          <a:p>
            <a:pPr algn="ctr">
              <a:spcBef>
                <a:spcPts val="2000"/>
              </a:spcBef>
              <a:defRPr sz="2000">
                <a:solidFill>
                  <a:srgbClr val="FFFFFF"/>
                </a:solidFill>
              </a:defRPr>
            </a:pPr>
            <a:r>
              <a:t>Build India's social network for women travel</a:t>
            </a:r>
            <a:br/>
            <a:r>
              <a:t>Expand to ASEAN in Year 3</a:t>
            </a:r>
            <a:br/>
            <a:r>
              <a:t>Exit at ₹300-500 Cr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