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4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Gone Girl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2B48C"/>
                </a:solidFill>
              </a:defRPr>
            </a:pPr>
            <a:r>
              <a:t>Women's Travel Experience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Solo female travelers often feel unsafe and isolated when exploring new destinations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Travel planning is time-consuming with scattered information across multiple platforms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Limited peer-to-peer communities for women to share authentic travel experiences and tips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Existing travel platforms lack women-focused features and safety considerations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Growing demand for meaningful travel experiences that prioritize community and connection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Integrated platform combining curated itineraries, community connection, and booking tools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24/7 safety support with emergency contacts, verified travelers, and destination safety info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Peer-to-peer community for sharing travel journals, reviews, and authentic experiences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AI-powered recommendations based on preferences, travel history, and community insights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Mobile-first experience with collaborative trip planning and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Deep expertise in women's travel community and safety protocols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User-centric design focused on authentic experiences over commercialization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Multi-revenue model: subscriptions, bookings, sponsorships, and partnerships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Scalable platform architecture supporting rapid user growth and feature expansion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First-mover advantage in dedicated women's travel tech space with market tailwinds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4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Join Us on This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2B48C"/>
                </a:solidFill>
              </a:defRPr>
            </a:pPr>
            <a:r>
              <a:t>Invest in empowering millions of women to travel with confidence and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contact@gonegirl.com | www.gonegirl.com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