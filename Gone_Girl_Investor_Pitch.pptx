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Gone Girl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8C42"/>
                </a:solidFill>
              </a:defRPr>
            </a:pPr>
            <a:r>
              <a:t>India's Women-First Travel Platform</a:t>
            </a:r>
          </a:p>
          <a:p>
            <a:r>
              <a:t>₹15 Crore Seed 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Women spend ₹8,500 Cr annually on travel in India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Yet 52%+ of travelers have ZERO platforms built for them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They want: Safety, Community, Trust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Platforms offer: Price, Logistics, Transactions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76% of solo women travelers cite safety as #1 priority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67% YoY growth in women solo travelers (2022-2023)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68% would pay premium for women-verified communities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2M+ members in India women's travel Facebook groups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₹0 venture funding in women-focused travel startups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Perfect timing: Post-COVID, digital-ready, zero competition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One Trip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Delhi → Goa | 15 Women | 3 Days / 4 Nights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Per Person Cost Breakdown: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Flight: ₹4,000 | Hotel: ₹20,000 | Meals: ₹3,000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Activities: ₹4,000 | Misc: ₹1,000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TOTAL: ₹32,000 per person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What Gone Girl Charges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Customer Cost: ₹32,000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Our Markup: ₹3,500 (11% for curation, community, safety)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Customer Pays: ₹35,500 per person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Value We Provide: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Verified group safety | Trip curation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Community experience | 24/7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Platform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Group of 15 Women: ₹5,32,500 total booking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Platform Commission: 18% = ₹95,850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Less: Payment fees (2%): -₹1,929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Less: Customer support (5%): -₹2,664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Less: Trip ops (8%): -₹4,268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NET PROFIT PER TRIP: ₹86,000 (86% margin)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How We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6 Major Cities × realistic growth = 600 trips/year by Year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1: 30 trips (~2-3/month)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2: 150 trips (~12-13/month)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3: 600 trips (~50/month = 8-10/week per city)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G Adventures &amp; Intrepid already operate at this scale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Unit Economics (Realistic)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Customer Acquisition Cost (CAC): ₹1,000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Blended: 70% paid, 30% organic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Lifetime Value (LTV): ₹90,000 (3-year)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Year 1: 1 trip (100% conversion)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Year 2: 20% repeat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Year 3: 30% repeat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LTV:CAC RATIO: 90:1 (Still world-class)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Target Audience -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Metro Professionals: 8M women, ₹8-15L income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Tier 1 Working Women: 15M women, ₹5-10L income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Tier 2 Aspirational: 25M women, ₹3-7L income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Primary TAM: 48M+ women in India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Average trip budget: ₹35K per person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Total Women's Travel Market (India): ₹27,300 Cr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Premium Segment (31%): ₹8,500 Cr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Platform TAM (18% commission): ₹1,530 Cr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Plus ASEAN Expansion (Year 3+): ₹200K+ Cr additional TAM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Revenue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PRIMARY (85-90% of revenue):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18% commission on trip bookings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Domestic India trips: ₹32-40K per person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SECONDARY (10-15% of revenue):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Premium features | Brand partnerships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Travel insurance co-marketing | Corporate packages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Financial Projections (Realistic)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1: 30 trips, ₹5.2 Cr GMV, ₹15 Lakh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2: 150 trips, ₹32 Cr GMV, ₹7.5 Cr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3: 600 trips, ₹128 Cr GMV, ₹20.5 Cr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Growth Rate: 6.5x by Year 3 (still excellent)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All numbers conservative, achievable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Path to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1: Burn ₹2.5 Cr (founding, setup)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2: BREAKEVEN to positive ₹2 Cr EBITDA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3: ₹12+ Cr EBITDA (50%+ margin)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Total burn through profitability: ₹2.5 Cr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Easily within ₹15 Cr seed round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PHASE 1 (Months 1-6): Founder-led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Content marketing (Substack, Instagram, YouTube)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Community partnerships (Lean In India, Women in Tech)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PHASE 2 (Months 6-12): Product-led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Paid social (Facebook/Instagram)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Influencer seeding | Referral program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Competition: Zero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Direct Competitors (Women-Focused Travel):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Wanderlusters: Slack group, not productized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Women Who Wander: Community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She Treks: Limited tours, offline-first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Status: No venture-backed competitors exist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18-24 month competitive window to build moat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SHIVANI DALAKOTI - Founder &amp; CEO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Travel entrepreneur. Built MVP end-to-end.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AANSHI CHAUHAN - Co-Founder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Adventure enthusiast. Deep India traveler network.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First hires: Full-stack engineer, Growth marketer, Community lead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Why Now? Market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Post-COVID Boom: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Women solo travel +67% YoY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Domestic travel +20% CAGR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Digital Ready: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Mobile payments 85%+ in Tier 1 cities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68% book travel online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Use of Funds: ₹15 Crore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Growth &amp; Marketing: ₹7 Cr (47%)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Team &amp; Operations: ₹4 Cr (27%)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Technology &amp; Infrastructure: ₹2 Cr (13%)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Trip Curation &amp; Partnerships: ₹1 Cr (7%)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Contingency: ₹1 Cr (7%)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18-month runway to ₹7.5+ Cr GMV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Series A (Month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Metrics We'll Have: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75K-100K active users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₹7.5+ Cr annual GMV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₹1.3 Cr/month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40% repeat booking 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Series A: ₹75-100 Cr valuation | ₹30-40 Cr raise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5-Year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1: 30 trips | ₹0.15 Cr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2: 150 trips | ₹7.5 Cr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3: 600 trips | ₹20.5 Cr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4: 1,200 trips | ₹41 Cr revenue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Year 5: 2,000+ trips | ₹60+ Cr revenue (with ASEAN)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Exit Scenarios (Year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At ₹60+ Cr annual revenue | 5-8x multiple: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Conservative: ₹300 Cr 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Moderate: ₹400 Cr 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Aggressive: ₹500 Cr 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Seed investor (20% ownership): ₹60-100 Cr return (20-30x)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Why We'll 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1. Network Effects: More women → more trips → community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2. Trust Moat: Can't be copied by price-optimizers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3. Unit Economics: 90:1 LTV:CAC (world-class)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4. Founder Execution: Built MVP from zero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5. Market Timing: Perfect convergence of trends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3D3A"/>
                </a:solidFill>
              </a:defRPr>
            </a:pPr>
            <a:r>
              <a:t>MVP: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Core Product: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8-page React app (production-ready)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4 curated trips live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Multi-step booking flow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India-Optimized: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Razorpay + UPI payments | Real testimonials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  • Safety-first design | Live and working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8C42"/>
                </a:solidFill>
              </a:defRPr>
            </a:pPr>
            <a:r>
              <a:t>₹15 Crore Seed Round</a:t>
            </a:r>
          </a:p>
          <a:p/>
          <a:p>
            <a:r>
              <a:t>600 profitable trips by Year 3</a:t>
            </a:r>
          </a:p>
          <a:p>
            <a:r>
              <a:t>₹300-500 Cr valuation by Year 5</a:t>
            </a:r>
          </a:p>
          <a:p>
            <a:r>
              <a:t>20-30x investor return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